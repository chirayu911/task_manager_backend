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AB69-FBF9-477B-90CD-84E28E7E1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A1D31-DF2C-4CDD-BFFA-4B3D60346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CED2A-87D5-4BD5-AC9B-DBCC57EA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D93B1-49E1-4688-B1EB-6B08686E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5AF68-3C36-428B-A7C9-59322876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8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8F72-8267-4B51-A373-528593DD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31FFE-C652-47D0-BA48-2BA91379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24B67-4D92-4285-8963-3C078D5C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7A0DB-D070-4F13-BF70-307D728A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0A004-2513-4CDC-9A89-E5882F1F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2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67AF-23FE-4EF2-8625-A12FAD70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4EBBF-67B5-4EB2-B318-E23BF692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5997-5F4F-4C99-8CC1-82C75805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5736-3B12-4332-BCC6-2E94CB98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FD606-C28D-4EEE-A1D6-0D960BA3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64CE-35C1-434D-8D90-74C2B66D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3012-829A-4644-A51B-B0DF4D771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F2239-A8EB-41A0-B43D-168FB699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0BC94-68A4-4433-BD3D-B593F19A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E1AD4-6C1F-4B09-9D4F-35C0587B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55AC7-0302-4AED-AC90-34DAA306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120C-32B6-4BF9-9D56-992E644F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E3036-DB0E-49C2-B7ED-84B6173E4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D4E7E-C595-471A-B5E3-99AA020A5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B78E2-B999-4699-889F-9A7BB5396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21091-5001-4C8F-86FE-E30BD2A11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23AF2-A464-4947-B50A-AC17D69B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0414F-F87F-4F5E-8908-2348941A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A93A8-BAE4-4F3D-9C77-3C9DEC3E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9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174B-0E2F-4497-A047-1244A2E2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A477BF-2E92-4540-8C12-F33760FA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FD3FA-7278-46CF-946B-A3EA9C01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F5940-8189-402F-BB8F-7AFF435E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1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75F5B-4F4C-4126-8172-97F53DA0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8FDF8-DD24-4BC5-A9C0-71F48C04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274A-EDCE-479F-AB54-2F1E7A2F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8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CF94-E052-4D7C-AF9B-787E565A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52F4-D765-4234-B931-2D58D6E97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E37A0-ED07-4366-9A46-D97F01B92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B2FC9-52CC-41A1-82E0-A2C7E28D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0B644-EE98-4A81-9E9C-DDC1C97C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44651-F37E-46FC-BE1B-4752320A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2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11DB-A64F-4A81-896C-77CEE4F0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A7B9E-393E-48A5-91A0-5CF044521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A8B17-F59D-4212-B699-0558A4116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3CC82-E9F7-4789-A5F0-7DB075B0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12448-905F-4A1D-92F6-1233E63C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5E394-BFEA-4C99-8BDC-1DF73769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9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C52C-E1FB-41F5-887C-81ABD327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FD851-5C7B-403D-BB7B-3DFBCE0CB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C913-F1EB-4B0F-841B-62225AA1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1E8D0-A2A6-4C6B-97C5-8C9E752D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5F7B7-BAA1-496A-BD68-919FF8CB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5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88074-7F1A-422C-8F47-490EDF05F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ACA96-BD49-48CF-A6C3-9CEBBE6AB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F7A51-F26F-49E4-B5BE-6D4AF33B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40CAF-55D9-4B5D-86CA-CBB7FC90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BD06C-ED4C-412E-8613-73286A62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6986F-6429-43EA-9A2E-40F111AF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D1771-02AA-49CA-8079-1B95DC7BF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6982-D16D-49BB-B776-3F10AB248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9A2A7-79CC-4C9F-B460-AA8B6CC68B9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1AF98-A603-4729-B917-1EB29F3B1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D33E-5494-4799-8A16-726146588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80DF7-7C9D-4B82-890A-FD9D5011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33B75D7E-11E1-C765-FC96-B04DD98E2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59" y="231978"/>
            <a:ext cx="1604501" cy="163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9408DFB-3366-5193-939D-1D162BD8C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040" y="231979"/>
            <a:ext cx="1604500" cy="163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03E28-2AC2-374E-A285-EBD278E00F1C}"/>
              </a:ext>
            </a:extLst>
          </p:cNvPr>
          <p:cNvSpPr txBox="1"/>
          <p:nvPr/>
        </p:nvSpPr>
        <p:spPr>
          <a:xfrm>
            <a:off x="2187677" y="20640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Gujarat Technological University –</a:t>
            </a:r>
          </a:p>
          <a:p>
            <a:pPr algn="ctr"/>
            <a:r>
              <a:rPr lang="en-US" sz="4000" dirty="0"/>
              <a:t>Institute of Technology &amp; Research 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E54C4-C49A-E771-806F-4E0267906B25}"/>
              </a:ext>
            </a:extLst>
          </p:cNvPr>
          <p:cNvSpPr txBox="1"/>
          <p:nvPr/>
        </p:nvSpPr>
        <p:spPr>
          <a:xfrm>
            <a:off x="3509062" y="1864143"/>
            <a:ext cx="510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Managed By Gujarat Technological University (GTU)</a:t>
            </a:r>
            <a:endParaRPr lang="en-US" b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DC7AF-2AE0-4E51-FAFD-E62E128D346C}"/>
              </a:ext>
            </a:extLst>
          </p:cNvPr>
          <p:cNvSpPr txBox="1"/>
          <p:nvPr/>
        </p:nvSpPr>
        <p:spPr>
          <a:xfrm>
            <a:off x="3903675" y="2870200"/>
            <a:ext cx="37848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BE Semester 8th</a:t>
            </a:r>
            <a:endParaRPr lang="en-US" b="0" dirty="0">
              <a:effectLst/>
            </a:endParaRPr>
          </a:p>
          <a:p>
            <a:pPr algn="ctr"/>
            <a:r>
              <a:rPr lang="en-US" b="1" dirty="0"/>
              <a:t>Department of Computer Engineering</a:t>
            </a:r>
            <a:endParaRPr lang="en-US" b="0" dirty="0">
              <a:effectLst/>
            </a:endParaRPr>
          </a:p>
          <a:p>
            <a:pPr algn="ctr"/>
            <a:r>
              <a:rPr lang="en-US" b="1" dirty="0"/>
              <a:t>Internship (3180701)</a:t>
            </a:r>
            <a:endParaRPr lang="en-US" b="0" dirty="0">
              <a:effectLst/>
            </a:endParaRPr>
          </a:p>
          <a:p>
            <a:pPr algn="ctr"/>
            <a:r>
              <a:rPr lang="en-US" b="1" dirty="0"/>
              <a:t>Internal Review</a:t>
            </a:r>
            <a:endParaRPr lang="en-US" b="0" dirty="0">
              <a:effectLst/>
            </a:endParaRPr>
          </a:p>
          <a:p>
            <a:pPr algn="ctr"/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B17BDF-83D4-DFE0-0648-CAED81787499}"/>
              </a:ext>
            </a:extLst>
          </p:cNvPr>
          <p:cNvSpPr txBox="1"/>
          <p:nvPr/>
        </p:nvSpPr>
        <p:spPr>
          <a:xfrm>
            <a:off x="4891806" y="4817806"/>
            <a:ext cx="1729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dirty="0" err="1">
                <a:effectLst/>
              </a:rPr>
              <a:t>Shubh</a:t>
            </a:r>
            <a:r>
              <a:rPr lang="en-US" b="0" dirty="0">
                <a:effectLst/>
              </a:rPr>
              <a:t> Patel</a:t>
            </a:r>
          </a:p>
          <a:p>
            <a:pPr algn="ctr"/>
            <a:r>
              <a:rPr lang="en-US" b="0" dirty="0">
                <a:effectLst/>
              </a:rPr>
              <a:t>(221040107077)</a:t>
            </a:r>
          </a:p>
        </p:txBody>
      </p:sp>
    </p:spTree>
    <p:extLst>
      <p:ext uri="{BB962C8B-B14F-4D97-AF65-F5344CB8AC3E}">
        <p14:creationId xmlns:p14="http://schemas.microsoft.com/office/powerpoint/2010/main" val="294571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525D-2A6E-4270-948E-C6EAB5C8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Company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7A93A5-D800-48AF-A072-D6120EB889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130" y="1719395"/>
            <a:ext cx="10515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err="1"/>
              <a:t>Syneur</a:t>
            </a:r>
            <a:r>
              <a:rPr lang="en-US" sz="2400" dirty="0"/>
              <a:t> Technologies Pvt. Ltd., based in Ahmedabad, Gujarat, is a forward-thinking technology firm specializing in high-performance software engineering and AI-driven solutions tailored for modern enterprises. The company focuses on bridging the gap between theoretical research and practical industry applications, particularly through the use of serverless architectures and cross-platform frameworks.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The organization excels in </a:t>
            </a:r>
            <a:r>
              <a:rPr lang="en-US" sz="2400" b="1" dirty="0"/>
              <a:t>Industry 4.0</a:t>
            </a:r>
            <a:r>
              <a:rPr lang="en-US" sz="2400" dirty="0"/>
              <a:t> automation, utilizing a modern tech stack including React.js, Node.js, and Flutter to deliver scalable, AI-powered business tools and high-performance mobile applications.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23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37C8D4-B7C4-4698-9010-A80E2FCE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at Company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E4CC8B-663B-49B9-81F8-21B72A56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Intern – Software Engineering Intern</a:t>
            </a:r>
          </a:p>
          <a:p>
            <a:r>
              <a:rPr lang="en-US" sz="2400" dirty="0">
                <a:ea typeface="+mn-lt"/>
                <a:cs typeface="+mn-lt"/>
              </a:rPr>
              <a:t>Worked on learning modern technologies and core programming concepts </a:t>
            </a:r>
          </a:p>
          <a:p>
            <a:r>
              <a:rPr lang="en-US" sz="2400" dirty="0">
                <a:ea typeface="+mn-lt"/>
                <a:cs typeface="+mn-lt"/>
              </a:rPr>
              <a:t>Focused on strengthening development fundamentals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279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B6F438-9E9D-4D5E-9E46-66DB2275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Goals and Objectives of Internship 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0D9647-761B-4154-9887-E01266A7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Understand real-world software development practices </a:t>
            </a:r>
          </a:p>
          <a:p>
            <a:r>
              <a:rPr lang="en-US" dirty="0">
                <a:ea typeface="+mn-lt"/>
                <a:cs typeface="+mn-lt"/>
              </a:rPr>
              <a:t>Learn modern programming languages and tools </a:t>
            </a:r>
          </a:p>
          <a:p>
            <a:r>
              <a:rPr lang="en-US" dirty="0">
                <a:ea typeface="+mn-lt"/>
                <a:cs typeface="+mn-lt"/>
              </a:rPr>
              <a:t>Build strong problem-solving and technical skills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8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81F1-CF02-4A11-BEA3-1FA6011B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Technical Skills Learned </a:t>
            </a: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9666BB-4112-4C12-9017-2641B378D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436" y="2082536"/>
            <a:ext cx="106333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Frontend: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React.js, JavaScript (ES6+), HTML5, CSS3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Mobile: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Flutter, Dart, Android SDK, Android Studio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&amp; Cloud: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Node.js, Express.js, Google Firebase,                               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Firebase Authentication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NoSQL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&amp; Version Control: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Git, GitHub, Postman, Antigravity</a:t>
            </a:r>
          </a:p>
        </p:txBody>
      </p:sp>
    </p:spTree>
    <p:extLst>
      <p:ext uri="{BB962C8B-B14F-4D97-AF65-F5344CB8AC3E}">
        <p14:creationId xmlns:p14="http://schemas.microsoft.com/office/powerpoint/2010/main" val="107050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0C64-6914-4D35-B4E9-72AA685F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Week-1 Task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B0122E-2C6B-4546-8C36-EB5181E57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165" y="1780171"/>
            <a:ext cx="9937376" cy="3042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Completed official introduction to the organizational culture,            communication protocols, and project management workflows.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Explored the integration   of React.js with Google Firebase as a serverless alternative to the traditional MERN stack.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Initiated learning in Flutter and Dart, focusing on the widget-based architecture and cross-platform mobile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23047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8F31-FA2F-423C-9D3B-EE45F8D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Week-2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6A472-DBBD-4460-96EC-BD52373B8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044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second week was dedicated to strengthening my technical proficiency in the core tech stack.</a:t>
            </a:r>
          </a:p>
          <a:p>
            <a:endParaRPr lang="en-US" dirty="0"/>
          </a:p>
          <a:p>
            <a:r>
              <a:rPr lang="en-US" dirty="0"/>
              <a:t>I continued my focus in web development. And focused on the topics like Advanced </a:t>
            </a:r>
            <a:r>
              <a:rPr lang="en-US" dirty="0" err="1"/>
              <a:t>firestore</a:t>
            </a:r>
            <a:r>
              <a:rPr lang="en-US" dirty="0"/>
              <a:t> integration, Authentication Logic and State Management basics </a:t>
            </a:r>
          </a:p>
          <a:p>
            <a:endParaRPr lang="en-US" dirty="0"/>
          </a:p>
          <a:p>
            <a:r>
              <a:rPr lang="en-US" dirty="0"/>
              <a:t>And also learned the basics of flutter and mobile development like Dart programming deep dive, complex widget composition and stateful and stateless widget.</a:t>
            </a:r>
          </a:p>
        </p:txBody>
      </p:sp>
    </p:spTree>
    <p:extLst>
      <p:ext uri="{BB962C8B-B14F-4D97-AF65-F5344CB8AC3E}">
        <p14:creationId xmlns:p14="http://schemas.microsoft.com/office/powerpoint/2010/main" val="269054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5E36-3407-42E7-B295-24EB8F38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Week-3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791F5-EDB0-49A4-AAC6-8346D7A73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0" y="1541929"/>
            <a:ext cx="9820835" cy="3872753"/>
          </a:xfrm>
        </p:spPr>
        <p:txBody>
          <a:bodyPr>
            <a:noAutofit/>
          </a:bodyPr>
          <a:lstStyle/>
          <a:p>
            <a:r>
              <a:rPr lang="en-US" sz="2400" dirty="0"/>
              <a:t>In Week 3, the focus shifted from foundational learning to active project integration and functional development. After a formal strategy meeting with the project guide, I was integrated into the development team to contribute to the core codebase, ensuring all technical implementations aligned with the professional standards of the organization.</a:t>
            </a:r>
          </a:p>
          <a:p>
            <a:r>
              <a:rPr lang="en-US" sz="2400" dirty="0"/>
              <a:t>Officially onboarded onto the </a:t>
            </a:r>
            <a:r>
              <a:rPr lang="en-US" sz="2400" b="1" dirty="0"/>
              <a:t>LIMA ERP</a:t>
            </a:r>
            <a:r>
              <a:rPr lang="en-US" sz="2400" dirty="0"/>
              <a:t> project, where I conducted a comprehensive analysis of the system architecture and adopted the team's Git branching strategies and coding standards for collaborative development.</a:t>
            </a:r>
          </a:p>
          <a:p>
            <a:r>
              <a:rPr lang="en-US" sz="2400" dirty="0"/>
              <a:t>Enhanced the project’s contract management module by designing and integrating an automated contractor assignment feature, including both the frontend UI components and the backend logic for real-time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1775765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FA92-967B-4B4A-B466-8636BB823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Week-4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5531C-B74B-42FD-AC98-CE6A7F2C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Week 4, I focused on refining the selection workflow to ensure data integrity and a smoother user journey with in the LIMA Project.</a:t>
            </a:r>
          </a:p>
          <a:p>
            <a:r>
              <a:rPr lang="en-US" sz="2400" dirty="0"/>
              <a:t>Then I have worked on “Select and Assign ” functionality ensuring that when a builder picks a contractor from the table, the system handles the database update and UI state change simultaneously without requiring a page refresh.</a:t>
            </a:r>
          </a:p>
          <a:p>
            <a:r>
              <a:rPr lang="en-US" sz="2400" dirty="0"/>
              <a:t>Worked on UI/UX optimization for space efficiency and modernization in the website.</a:t>
            </a:r>
          </a:p>
        </p:txBody>
      </p:sp>
    </p:spTree>
    <p:extLst>
      <p:ext uri="{BB962C8B-B14F-4D97-AF65-F5344CB8AC3E}">
        <p14:creationId xmlns:p14="http://schemas.microsoft.com/office/powerpoint/2010/main" val="75659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FC22-7E85-44DA-AD13-14A2A820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Week-5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3FB42-5E8E-490F-ADFC-4E0C0D659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week 5 , I have transitioned the application from static data to dynamic live backend environment.</a:t>
            </a:r>
          </a:p>
          <a:p>
            <a:r>
              <a:rPr lang="en-US" sz="2400" dirty="0"/>
              <a:t>For the above task I have successfully migrated frontend </a:t>
            </a:r>
            <a:r>
              <a:rPr lang="en-US" sz="2400" dirty="0" err="1"/>
              <a:t>servuces</a:t>
            </a:r>
            <a:r>
              <a:rPr lang="en-US" sz="2400" dirty="0"/>
              <a:t> from hardcoded mock data to like backend API endpoints .</a:t>
            </a:r>
          </a:p>
          <a:p>
            <a:r>
              <a:rPr lang="en-US" sz="2400" dirty="0"/>
              <a:t>Developed new controllers, routes, and services on the backend to modularize the codebase and improve maintainability.</a:t>
            </a:r>
          </a:p>
          <a:p>
            <a:r>
              <a:rPr lang="en-US" sz="2400" dirty="0"/>
              <a:t>To support the new feature , I expanded the database architecture created the new data nodes.</a:t>
            </a:r>
          </a:p>
        </p:txBody>
      </p:sp>
    </p:spTree>
    <p:extLst>
      <p:ext uri="{BB962C8B-B14F-4D97-AF65-F5344CB8AC3E}">
        <p14:creationId xmlns:p14="http://schemas.microsoft.com/office/powerpoint/2010/main" val="371385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0BC9-CCDA-4312-B347-C6797D0D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Internship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A4930-9384-4489-96E0-D38429AAA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Great learning experience in a professional environment </a:t>
            </a:r>
          </a:p>
          <a:p>
            <a:r>
              <a:rPr lang="en-US" sz="2400" dirty="0">
                <a:ea typeface="+mn-lt"/>
                <a:cs typeface="+mn-lt"/>
              </a:rPr>
              <a:t>Improved technical knowledge and confidence </a:t>
            </a:r>
          </a:p>
          <a:p>
            <a:r>
              <a:rPr lang="en-US" sz="2400" dirty="0">
                <a:ea typeface="+mn-lt"/>
                <a:cs typeface="+mn-lt"/>
              </a:rPr>
              <a:t>Understood industry-level development practices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587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312C-922E-4157-BAE9-45715624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470A-3E4A-494E-A7E2-0FD92F9FE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Internship helped bridge academic learning and industry practices </a:t>
            </a:r>
          </a:p>
          <a:p>
            <a:r>
              <a:rPr lang="en-US" sz="2400" dirty="0">
                <a:ea typeface="+mn-lt"/>
                <a:cs typeface="+mn-lt"/>
              </a:rPr>
              <a:t>Strengthened programming, tools, and software engineering knowledge </a:t>
            </a:r>
          </a:p>
          <a:p>
            <a:r>
              <a:rPr lang="en-US" sz="2400" dirty="0">
                <a:ea typeface="+mn-lt"/>
                <a:cs typeface="+mn-lt"/>
              </a:rPr>
              <a:t>Built a strong foundation for future career growth.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090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72BD-2650-4B56-B11B-986E0DA4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18" y="1882589"/>
            <a:ext cx="3290047" cy="2528048"/>
          </a:xfrm>
        </p:spPr>
        <p:txBody>
          <a:bodyPr>
            <a:normAutofit/>
          </a:bodyPr>
          <a:lstStyle/>
          <a:p>
            <a:r>
              <a:rPr lang="en-US" dirty="0"/>
              <a:t>Thank You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37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698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Company Overview</vt:lpstr>
      <vt:lpstr>Role at Company</vt:lpstr>
      <vt:lpstr>Goals and Objectives of Internship </vt:lpstr>
      <vt:lpstr>Technical Skills Learned </vt:lpstr>
      <vt:lpstr>Week-1 Task</vt:lpstr>
      <vt:lpstr>Week-2 Task</vt:lpstr>
      <vt:lpstr>Week-3 Task</vt:lpstr>
      <vt:lpstr>Week-4 Task</vt:lpstr>
      <vt:lpstr>Week-5 Task</vt:lpstr>
      <vt:lpstr>Internship Experience</vt:lpstr>
      <vt:lpstr>Conclusion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2026-01-30T12:32:20Z</dcterms:created>
  <dcterms:modified xsi:type="dcterms:W3CDTF">2026-01-31T06:07:59Z</dcterms:modified>
</cp:coreProperties>
</file>