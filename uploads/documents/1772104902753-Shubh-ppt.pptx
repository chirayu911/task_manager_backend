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1EF8-AE0E-4B2A-8651-95A6FF156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5D16E-3C21-4E4B-B95F-58E4AD71D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3DBE-9E6B-40B1-BE48-AC445011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8793-A432-46AE-8D03-08EB59D2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367C3-109A-4CAD-AF30-FD57EB02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0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3EFE-1F17-445F-A0F2-49929135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D3CE3-28CF-4085-A5C4-B1F102126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F2DE6-0477-4B67-BAF4-9BFD4642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5F33-2A03-4582-AFB6-CDFC084D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42D7B-E5D3-4DB5-9498-F4D36EB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2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0BE5-BA42-416C-A3E2-6CDE2D55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4E1D2-7EFE-4769-AD8B-7B2FFE829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8A974-EA00-4F90-9019-8620E719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489B3-AF27-4FE5-964B-A9D58C73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E66E4-223C-436B-A8C7-79A77F73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1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8A37-8AFF-43C3-BD8B-5F497DD8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94B86-0D1F-4FF2-93DA-F2D59485C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E4E58-A34C-4E38-BA56-540C6FEF3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EF89E-D4A8-48FD-85D0-484FE90D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DDD5F-4B05-403F-A020-7406C928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B1CCA-50F4-4ECD-B159-3D277B20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7447-CA3B-4CBB-AACF-07A7CC88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AD3AF-59C0-4125-AC6C-DC0D7A6F8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918CE-8AC3-4017-82FA-B8DAF81D5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B08BB-2C13-4A5B-B9A1-0130CE888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6DD06-348C-4E46-B9F1-99CEBF213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FA8B7-7400-41AC-ABBD-CE95D3E6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BBB62-2BF5-4250-A8D1-E6DED62F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54D12-3B2D-4C17-B7E3-B5FE53B6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1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B0EF-A247-4A31-882A-68044C32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73809-76E5-4A3B-8E00-06F2DBDF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631F1-2D6E-4042-ADC3-F4AEB220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43CEB-DFDB-448E-AB38-52EAF939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9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FDF2BC-9BB0-4DCD-8B2A-2764A411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90392-2C23-4477-AF70-B96B69EE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23828-FD85-4F0F-8460-BFE42D77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49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D86F-4098-4E4E-9B34-F160C15A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99DD-D7AD-433A-9027-07AD4EE0E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96192-01D8-4234-AD1F-7E4EE7421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B96B2-0A5A-4BD5-9F81-5F0AC005A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DDCFA-4C85-4ADA-8F31-36306634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3110-873E-405B-B446-F8200A79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6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26F9-1CCE-4B95-95D8-34B5CB32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B451F-7E68-45B3-A292-B772D2B89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20AE2-8A21-4DD5-B346-B96C45AF7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840B2-B173-44CD-AA1B-CC75C013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29ED7-2866-4D8E-8E4B-85DC806B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C95CF-1DCE-4730-9AFF-B0E1EF4F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7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A38A-87DE-44BE-9BF6-0250EF02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BC668-0D08-4ABE-94C9-B3965DEA6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0E84-9661-410F-AC5C-9625466C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C20C-C9D5-4155-9ABC-007CF3C1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6DA6-6386-4DFE-BB6C-272E9CF3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9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A9E2E-7732-41C9-81E2-7F41DCD2F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F0715-6431-4C54-8ABD-B517C32B1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35AC-D74B-49C0-8578-C81B7E1D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0B946-226F-4D71-AE12-242851F1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E437-15D7-46C5-BEAC-E05ADBF7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F6402-DF14-4D26-9734-6B86DB69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271E0-C0DC-4227-83CD-CE96795BA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F09E3-F04B-487C-B625-C2A46756C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8F803-E96F-496F-8F26-2F863D142F2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4D29-493A-44A0-A78A-9FF6A36E4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F7E98-0AFA-43BA-B6FE-42A34F14F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FD899-91F5-4CB3-97C7-5C8E1D58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9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2C91-BAD6-4A8B-BF04-89ACAECF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– 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45F2-EB57-4C26-8C6E-E93D8700B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4" y="1083365"/>
            <a:ext cx="10827026" cy="5093597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dirty="0"/>
              <a:t>In the week – 6 I have started working on the Android development part of the same project . In that I have implemented following things:-</a:t>
            </a:r>
          </a:p>
          <a:p>
            <a:r>
              <a:rPr lang="en-US" sz="2400" dirty="0"/>
              <a:t>Role-Based Access Control (RBAC)</a:t>
            </a:r>
          </a:p>
          <a:p>
            <a:pPr lvl="1"/>
            <a:r>
              <a:rPr lang="en-US" sz="2000" dirty="0"/>
              <a:t>Implemented a secure dual-login architecture that strictly separates </a:t>
            </a:r>
            <a:r>
              <a:rPr lang="en-US" sz="2000" b="1" dirty="0"/>
              <a:t>Contractor</a:t>
            </a:r>
            <a:r>
              <a:rPr lang="en-US" sz="2000" dirty="0"/>
              <a:t> (Admin) and Builder roles, ensuring users only access features relevant to their permission level.</a:t>
            </a:r>
          </a:p>
          <a:p>
            <a:r>
              <a:rPr lang="en-US" sz="2400" dirty="0"/>
              <a:t>Dedicated Builder Onboarding Flow</a:t>
            </a:r>
          </a:p>
          <a:p>
            <a:pPr lvl="1"/>
            <a:r>
              <a:rPr lang="en-US" sz="2000" dirty="0"/>
              <a:t>Developed specialized Sign-Up and Login interfaces exclusively for Builders, featuring custom form validation and real-time error handling to streamline the registration process.</a:t>
            </a:r>
          </a:p>
          <a:p>
            <a:pPr lvl="1"/>
            <a:endParaRPr lang="en-US" sz="1700" dirty="0"/>
          </a:p>
          <a:p>
            <a:r>
              <a:rPr lang="en-US" sz="2400" dirty="0"/>
              <a:t>Context-Aware User Experience</a:t>
            </a:r>
          </a:p>
          <a:p>
            <a:pPr lvl="1"/>
            <a:r>
              <a:rPr lang="en-US" sz="2200" dirty="0"/>
              <a:t>Designed a dynamic UI that visually adapts (e.g., distinct color themes for Builders) based on the selected role, reducing user error and clearly distinguishing user workspaces.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7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6E10-14E8-427F-A5B3-FEEC9F3E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3B8771-6BE6-4BEC-86F4-8092E9AED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43" y="715617"/>
            <a:ext cx="3597966" cy="546134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BCE798-7EE1-4465-BAC8-35442AD11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89" y="715616"/>
            <a:ext cx="3329856" cy="54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0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D6B514-04A2-4180-8E55-F1BB1C5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- 6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2166178-EA8F-4610-9184-236FE68981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4163" marR="0" lvl="0" indent="-1730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Transitioned from active project development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LIMA ERP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to specialized technical   research.</a:t>
            </a:r>
          </a:p>
          <a:p>
            <a:pPr marL="284163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a comprehensive study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OpenTelemetry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framework for system observability and performance monitoring.</a:t>
            </a:r>
          </a:p>
          <a:p>
            <a:pPr marL="284163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Pillars of Observability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Traces (request flow), Metrics (performance data), and Logs (system events).</a:t>
            </a:r>
          </a:p>
          <a:p>
            <a:pPr marL="284163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Explored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OpenTelemetry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 to understand how data is received, processed, and exported to backend monitoring tools.</a:t>
            </a:r>
          </a:p>
        </p:txBody>
      </p:sp>
    </p:spTree>
    <p:extLst>
      <p:ext uri="{BB962C8B-B14F-4D97-AF65-F5344CB8AC3E}">
        <p14:creationId xmlns:p14="http://schemas.microsoft.com/office/powerpoint/2010/main" val="228511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2E76-BAE1-4C67-837F-B9B4B258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25896" cy="420065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482A2F7-0302-4A5E-8C52-C9725F515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7079" y="637281"/>
            <a:ext cx="1102580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Three Pillars of Observability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Understanding how to track the path of a single request across multiple services (e.g., from a React frontend to a Node.js controller).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Learning to measure system health through quantitative data like response latency and error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Researching structured logging to improve debugging efficiency in complex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F818C-41D8-49C1-A5B0-E81EC1788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2564296"/>
            <a:ext cx="9101704" cy="402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7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43A1-A2C4-4775-B969-CD0A7BCC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– 7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8E380F-366B-4BFA-9794-22F448B4A9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6880" y="1458849"/>
            <a:ext cx="111150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Shifted focus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researching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build a stateful chatbot for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LIMA ERP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the core concepts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Stateful Graphs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(functional steps)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(conditional logic paths).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Workflows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 from traditional linear chains by allowing for cycles and self-correction.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TypedDict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share information like conversation history and tool outputs across different parts of the bot.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Checkpointers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the chatbot to remember user interactions across multiple sessions.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Edges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allow the agent to dynamically decide whether to call a tool or respond directly to the user.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Human-in-the-Loop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patterns to incorporate manual approval steps for sensitive database operations within the ERP.</a:t>
            </a:r>
          </a:p>
          <a:p>
            <a:pPr marL="0" marR="0" lvl="0" indent="1111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the integration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existing backend services to treat the LIMA database as a searchable tool for the AI.</a:t>
            </a:r>
          </a:p>
        </p:txBody>
      </p:sp>
    </p:spTree>
    <p:extLst>
      <p:ext uri="{BB962C8B-B14F-4D97-AF65-F5344CB8AC3E}">
        <p14:creationId xmlns:p14="http://schemas.microsoft.com/office/powerpoint/2010/main" val="107825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439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Week – 6 </vt:lpstr>
      <vt:lpstr>  </vt:lpstr>
      <vt:lpstr>Week - 6</vt:lpstr>
      <vt:lpstr>.</vt:lpstr>
      <vt:lpstr>Week – 7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2026-02-19T17:38:09Z</dcterms:created>
  <dcterms:modified xsi:type="dcterms:W3CDTF">2026-02-19T18:15:29Z</dcterms:modified>
</cp:coreProperties>
</file>